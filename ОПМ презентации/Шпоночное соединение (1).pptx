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8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
<Relationships xmlns="http://schemas.openxmlformats.org/package/2006/relationships"><Relationship Type="http://schemas.openxmlformats.org/officeDocument/2006/relationships/slide" Target="slides/slide7.xml" Id="rId8"></Relationship><Relationship Type="http://schemas.openxmlformats.org/officeDocument/2006/relationships/slide" Target="slides/slide2.xml" Id="rId3"></Relationship><Relationship Type="http://schemas.openxmlformats.org/officeDocument/2006/relationships/slide" Target="slides/slide6.xml" Id="rId7"></Relationship><Relationship Type="http://schemas.openxmlformats.org/officeDocument/2006/relationships/tableStyles" Target="tableStyles.xml" Id="rId12"></Relationship><Relationship Type="http://schemas.openxmlformats.org/officeDocument/2006/relationships/slide" Target="slides/slide1.xml" Id="rId2"></Relationship><Relationship Type="http://schemas.openxmlformats.org/officeDocument/2006/relationships/slideMaster" Target="slideMasters/slideMaster1.xml" Id="rId1"></Relationship><Relationship Type="http://schemas.openxmlformats.org/officeDocument/2006/relationships/slide" Target="slides/slide5.xml" Id="rId6"></Relationship><Relationship Type="http://schemas.openxmlformats.org/officeDocument/2006/relationships/theme" Target="theme/theme1.xml" Id="rId11"></Relationship><Relationship Type="http://schemas.openxmlformats.org/officeDocument/2006/relationships/slide" Target="slides/slide4.xml" Id="rId5"></Relationship><Relationship Type="http://schemas.openxmlformats.org/officeDocument/2006/relationships/viewProps" Target="viewProps.xml" Id="rId10"></Relationship><Relationship Type="http://schemas.openxmlformats.org/officeDocument/2006/relationships/slide" Target="slides/slide3.xml" Id="rId4"></Relationship><Relationship Type="http://schemas.openxmlformats.org/officeDocument/2006/relationships/presProps" Target="presProps.xml" Id="rId9"></Relationship><Relationship Target="commentAuthors.xml" Type="http://schemas.openxmlformats.org/officeDocument/2006/relationships/commentAuthors" Id="rId13"></Relationship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F576E79-B896-414F-BD14-FB240A7CF218}" type="datetimeFigureOut">
              <a:rPr lang="ru-RU" smtClean="0"/>
              <a:t>05.05.2016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865A9AB-1349-4178-BD54-7D8979A9DFFF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Type="http://schemas.openxmlformats.org/officeDocument/2006/relationships/slideLayout" Target="../slideLayouts/slideLayout1.xml" Id="rId1"></Relationship><Relationship Target="../comments/comment1.xml" Type="http://schemas.openxmlformats.org/officeDocument/2006/relationships/comments" Id="rId2"></Relationship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Шпоночное соединение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Соединение шпонкой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572428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250030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Конструкции шпонок</a:t>
            </a:r>
            <a:br>
              <a:rPr lang="ru-RU" dirty="0" smtClean="0"/>
            </a:b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i="1" dirty="0" smtClean="0"/>
              <a:t>а</a:t>
            </a:r>
            <a:r>
              <a:rPr lang="ru-RU" sz="2700" i="1" dirty="0" smtClean="0"/>
              <a:t>, в — шпонки со скругленными торцами: </a:t>
            </a:r>
            <a:r>
              <a:rPr lang="ru-RU" sz="2700" i="1" dirty="0" smtClean="0"/>
              <a:t/>
            </a:r>
            <a:br>
              <a:rPr lang="ru-RU" sz="2700" i="1" dirty="0" smtClean="0"/>
            </a:br>
            <a:r>
              <a:rPr lang="ru-RU" sz="2700" i="1" dirty="0" smtClean="0"/>
              <a:t>б</a:t>
            </a:r>
            <a:r>
              <a:rPr lang="ru-RU" sz="2700" i="1" dirty="0" smtClean="0"/>
              <a:t>, г </a:t>
            </a:r>
            <a:r>
              <a:rPr lang="ru-RU" sz="2700" i="1" dirty="0" smtClean="0"/>
              <a:t>— </a:t>
            </a:r>
            <a:r>
              <a:rPr lang="ru-RU" sz="2700" dirty="0" smtClean="0"/>
              <a:t>шпонки </a:t>
            </a:r>
            <a:r>
              <a:rPr lang="ru-RU" sz="2700" dirty="0" smtClean="0"/>
              <a:t>с плоскими торцами;</a:t>
            </a:r>
            <a:br>
              <a:rPr lang="ru-RU" sz="2700" dirty="0" smtClean="0"/>
            </a:br>
            <a:r>
              <a:rPr lang="ru-RU" sz="2700" i="1" dirty="0" err="1" smtClean="0"/>
              <a:t>д</a:t>
            </a:r>
            <a:r>
              <a:rPr lang="ru-RU" sz="2700" i="1" dirty="0" smtClean="0"/>
              <a:t> — сегментная шпонка; е, ж, </a:t>
            </a:r>
            <a:r>
              <a:rPr lang="ru-RU" sz="2700" i="1" dirty="0" err="1" smtClean="0"/>
              <a:t>з</a:t>
            </a:r>
            <a:r>
              <a:rPr lang="ru-RU" sz="2700" i="1" dirty="0" smtClean="0"/>
              <a:t> — клиновые </a:t>
            </a:r>
            <a:r>
              <a:rPr lang="ru-RU" sz="2700" i="1" dirty="0" smtClean="0"/>
              <a:t>шпонки</a:t>
            </a:r>
            <a:br>
              <a:rPr lang="ru-RU" sz="2700" i="1" dirty="0" smtClean="0"/>
            </a:br>
            <a:endParaRPr lang="ru-RU" sz="27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2500306"/>
            <a:ext cx="8089697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2500306"/>
          </a:xfrm>
        </p:spPr>
        <p:txBody>
          <a:bodyPr>
            <a:normAutofit/>
          </a:bodyPr>
          <a:lstStyle/>
          <a:p>
            <a:r>
              <a:rPr lang="ru-RU" sz="3700" dirty="0" smtClean="0"/>
              <a:t>Соединение призматической шпонкой</a:t>
            </a:r>
            <a:r>
              <a:rPr lang="ru-RU" sz="2700" i="1" dirty="0" smtClean="0"/>
              <a:t/>
            </a:r>
            <a:br>
              <a:rPr lang="ru-RU" sz="2700" i="1" dirty="0" smtClean="0"/>
            </a:br>
            <a:endParaRPr lang="ru-RU" sz="2700" dirty="0"/>
          </a:p>
        </p:txBody>
      </p:sp>
      <p:pic>
        <p:nvPicPr>
          <p:cNvPr id="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9375" t="36823" r="56641" b="36046"/>
          <a:stretch>
            <a:fillRect/>
          </a:stretch>
        </p:blipFill>
        <p:spPr bwMode="auto">
          <a:xfrm>
            <a:off x="642910" y="2143116"/>
            <a:ext cx="7990992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250030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Соединение сегментной шпонкой</a:t>
            </a:r>
            <a:br>
              <a:rPr lang="ru-RU" dirty="0" smtClean="0"/>
            </a:b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i="1" dirty="0" smtClean="0"/>
              <a:t/>
            </a:r>
            <a:br>
              <a:rPr lang="ru-RU" sz="2700" i="1" dirty="0" smtClean="0"/>
            </a:br>
            <a:endParaRPr lang="ru-RU" sz="27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714488"/>
            <a:ext cx="5286412" cy="413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2500306"/>
          </a:xfrm>
        </p:spPr>
        <p:txBody>
          <a:bodyPr>
            <a:normAutofit/>
          </a:bodyPr>
          <a:lstStyle/>
          <a:p>
            <a:r>
              <a:rPr lang="ru-RU" sz="3700" dirty="0" smtClean="0"/>
              <a:t>Соединение цилиндрической шпонкой</a:t>
            </a:r>
            <a:r>
              <a:rPr lang="ru-RU" sz="2700" i="1" dirty="0" smtClean="0"/>
              <a:t/>
            </a:r>
            <a:br>
              <a:rPr lang="ru-RU" sz="2700" i="1" dirty="0" smtClean="0"/>
            </a:br>
            <a:endParaRPr lang="ru-RU" sz="27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4" descr="СоедШп(Цилиндр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24" y="1928802"/>
            <a:ext cx="7286676" cy="3846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2500306"/>
          </a:xfrm>
        </p:spPr>
        <p:txBody>
          <a:bodyPr>
            <a:normAutofit/>
          </a:bodyPr>
          <a:lstStyle/>
          <a:p>
            <a:r>
              <a:rPr lang="ru-RU" sz="3700" dirty="0" smtClean="0"/>
              <a:t>Соединение тангенциальной  шпонкой</a:t>
            </a:r>
            <a:r>
              <a:rPr lang="ru-RU" sz="2700" i="1" dirty="0" smtClean="0"/>
              <a:t/>
            </a:r>
            <a:br>
              <a:rPr lang="ru-RU" sz="2700" i="1" dirty="0" smtClean="0"/>
            </a:br>
            <a:endParaRPr lang="ru-RU" sz="27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4" descr="СоедШп(Тангец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0034" y="2071678"/>
            <a:ext cx="8089364" cy="33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20</TotalTime>
  <Words>18</Words>
  <Application>Microsoft Office PowerPoint</Application>
  <PresentationFormat>Экран (4:3)</PresentationFormat>
  <Paragraphs>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Апекс</vt:lpstr>
      <vt:lpstr>Шпоночное соединение</vt:lpstr>
      <vt:lpstr>Соединение шпонкой</vt:lpstr>
      <vt:lpstr>Конструкции шпонок  а, в — шпонки со скругленными торцами:  б, г — шпонки с плоскими торцами; д — сегментная шпонка; е, ж, з — клиновые шпонки </vt:lpstr>
      <vt:lpstr>Соединение призматической шпонкой </vt:lpstr>
      <vt:lpstr>Соединение сегментной шпонкой   </vt:lpstr>
      <vt:lpstr>Соединение цилиндрической шпонкой </vt:lpstr>
      <vt:lpstr>Соединение тангенциальной  шпонкой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Шпоночное соединение</dc:title>
  <dc:creator>User</dc:creator>
  <cp:lastModifiedBy>User</cp:lastModifiedBy>
  <cp:revision>5</cp:revision>
  <dcterms:created xsi:type="dcterms:W3CDTF">2016-05-05T03:03:25Z</dcterms:created>
  <dcterms:modified xsi:type="dcterms:W3CDTF">2016-05-05T03:23:47Z</dcterms:modified>
</cp:coreProperties>
</file>